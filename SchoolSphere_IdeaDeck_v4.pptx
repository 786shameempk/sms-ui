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DECK  |  STARTUP 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SchoolSphere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whole school, in one place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74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474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5468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modules, one platform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76656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4747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6092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school management for Kerala and beyond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&amp; The Innovator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Idea / Product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SMS-SchoolSphere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school management platform that connects management, teachers, parents and students.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602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Innovator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 (Team Lead)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product builder of SchoolSphere.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7602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Shameem, Shabeer, Shabeeb and Favas.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Superpowers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flags for students at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parent messages and report comments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assistant inside the product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184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Parent, Teacher and Staff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deep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 for teachers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184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modules behind one login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only what they need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Multi-branch, with your school's brand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3F0"/>
          </a:solidFill>
          <a:ln w="12700">
            <a:solidFill>
              <a:srgbClr val="FF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juggle separate tools for fees, attendance, exams and admissions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chase information by phone calls and paper notes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 real-time view across branches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stored, but never turned into early action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97480"/>
            <a:ext cx="402336" cy="402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74920" y="14630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5773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SchoolSphere Solves It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for every school process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students get their own mobile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principals and owners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at-risk students and drafts the follow-up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 Modules,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Timetable, Exams &amp; Results, Online Exams, Lesson &amp; Portions, Homework, Admissions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management, Online fee payment, Accounting, Staff &amp; Payroll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Operations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Transport, Hostel, Library, Inventory, Visitors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Records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Teachers, Health records, Certificates, Users &amp; Roles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Parent portal, Meetings, Surveys, Help desk, Calendar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&amp; Learning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Extra-curricular, Talents, Study materials, Online classes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payroll, accounts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at a glance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598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890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717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21742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marks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lesson plans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9476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88620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results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dues &amp; payment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messages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6354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6646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92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5498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materials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calendar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3232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3524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554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22376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inventory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Permission-driven screens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4223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platform: permissions decide what each role sees and can do, on web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Students &amp; Attendance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Student management: registration, classes,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management: registration, classes,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ttendance: manual, QR, biometric or mobile cap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manual, QR, biometric or mobile capture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Fees &amp;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Fee management: structures, invoices, receip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management: structures, invoices, receipts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Library: catalog, copies, issue and retu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catalog, copies, issue and return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Secure Sign-in &amp;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One secure login for every 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login for every role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I features: Ask AI, insights, at-risk stud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features: Ask AI, insights, at-risk students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Puts Data to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who need attention from attendance, marks and overdue fees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Insights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across attendance, academics, fees and admissions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Messages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fee reminders and attendance-concern notes in seconds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Comments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Report-card remarks and recognition notes, written fast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 Assistant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how-to questions right inside the product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Support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content, study help and voice input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Apps for Everyone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&amp; Parent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and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notices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even offline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attendance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inventory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follow permissions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iOS and Android  |  Push notifications  |  Secure sign-in with role checks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our audience?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47088"/>
            <a:ext cx="530352" cy="530352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79676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aided schools in Kerala, with English and Malayalam support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280720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39796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trusts, management groups and school chains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376732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899916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6118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across other states and boards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expect mobile-first updates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 one system, not five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data actionable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removes servers and IT cost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school, scaled by students, branches and modules enabled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data migration, staff training and branded letterheads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add-ons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features, extra mobile apps, messaging and online payments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revenue, low cost to serve: one cloud platform, every school on the same release.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of the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built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experiences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platform, live demo available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and Ask AI assistant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with online fee payment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partner schools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on the app stores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and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Team Lead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Shabeer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Shabeeb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members, building and supporting SchoolSphere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7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SchoolSphere: school operations made simpler, smarter and more connected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81635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0" y="2743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96560 40881 (Phone / WhatsApp)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3649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0" y="3291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shameem@sms-schoolsphere.com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91363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00400" y="38404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www.sms-schoolsphere.com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SchoolSphere - Idea Deck</dc:title>
  <dc:subject>PptxGenJS Presentation</dc:subject>
  <dc:creator>SchoolSphere</dc:creator>
  <cp:lastModifiedBy>SchoolSphere</cp:lastModifiedBy>
  <cp:revision>1</cp:revision>
  <dcterms:created xsi:type="dcterms:W3CDTF">2026-10-13T18:06:59Z</dcterms:created>
  <dcterms:modified xsi:type="dcterms:W3CDTF">2026-10-13T18:06:59Z</dcterms:modified>
</cp:coreProperties>
</file>